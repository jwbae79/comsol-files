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>
        <p:scale>
          <a:sx n="42" d="100"/>
          <a:sy n="42" d="100"/>
        </p:scale>
        <p:origin x="1947" y="9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4CCA8-7F2D-436B-B9F7-2B3F13AE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B0B537-505F-4A11-82E4-28DFD4C11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2D325D-B57E-44BC-8E32-8ECF824F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C2C77-19D3-4517-9D54-6F79DD5B4E9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453EBF-EE36-451D-86BE-267A667E0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2391C5-7D9B-474B-B3FF-5A8C7755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A0C5B-0A0E-4A34-B463-7ADA9428C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39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08263F-FAB1-4AD4-972A-FA3804A1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A62897-9CC2-41B5-ADF7-A904C9B21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08A1A9-779F-4E98-8B47-8009B7218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C2C77-19D3-4517-9D54-6F79DD5B4E9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E92477-74BF-4B45-AEAE-0F7AC8570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244DE0-A97C-432E-BDD7-2FEACB67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A0C5B-0A0E-4A34-B463-7ADA9428C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539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359E73-0669-4344-806D-3819995CD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CE148F-A9EE-44E4-9CAC-9057EB7AA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8B807F-18CA-4EED-B514-4F06B0A11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C2C77-19D3-4517-9D54-6F79DD5B4E9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B2C956-97A2-433B-B7FF-8A3D2656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079A88-80F7-44C0-84AA-3D5B5239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A0C5B-0A0E-4A34-B463-7ADA9428C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70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786E1-2E9F-48E5-AAFE-DD89D332B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1A9702-7643-43DF-A7D7-0162CDF82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78B601-81F8-4189-A918-AF79E5D25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1FD34-B066-484C-8F4B-E3E9760D5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C2C77-19D3-4517-9D54-6F79DD5B4E9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9F473C-97CC-4C29-8A34-4F9C9FFA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382371-839D-45D1-ADEF-EC6E0BC0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A0C5B-0A0E-4A34-B463-7ADA9428C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09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4F1C2-F8A6-4CC7-8BEF-3DF9EACA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6012CD-18B4-49C8-BBE3-9763DA0D6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3A69B8-5057-44F4-BA11-132C02F7B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F36F43-1BDE-4A93-8099-20EE259E8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2C4B2B-B984-4EA2-A661-F45BBD3F1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7D954D-03EA-41A3-A51F-A56285A8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C2C77-19D3-4517-9D54-6F79DD5B4E9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767135E-105C-4969-B0E7-D62F73C8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FA9FB7-0F55-42F5-A09F-4BCA24649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A0C5B-0A0E-4A34-B463-7ADA9428C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367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12AF86-4D2D-4B2B-BD6F-F11274855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177C92-BB93-4994-B984-97288FF9F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C2C77-19D3-4517-9D54-6F79DD5B4E9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9E9998-12E5-4219-B558-4300B6EBF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869762-EE17-4B4C-9971-0C1BE1CC1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A0C5B-0A0E-4A34-B463-7ADA9428C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65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948085-937A-41E1-867D-9F183C4B5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C2C77-19D3-4517-9D54-6F79DD5B4E9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FD8D86-D889-4FBB-8491-04A9F3F2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671B33-8D59-4A01-9739-87DDE334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A0C5B-0A0E-4A34-B463-7ADA9428C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11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09040-1920-4EE7-8213-B365BB43F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8467AF-CDB3-4D4C-97B8-365B1810D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1C8698-761B-4F94-8EF5-12309AC29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4A25E9-47C2-4D70-A71F-8060DEFF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C2C77-19D3-4517-9D54-6F79DD5B4E9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A7D73B-CA89-497D-80BE-377EC008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B78AAE-E983-4660-A649-BE79E076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A0C5B-0A0E-4A34-B463-7ADA9428C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92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6E8AD-6F0D-444E-8F22-A671F1037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E36A01A-63AC-44EA-BBC9-E2CE1CCF8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4E90B6-5B0B-426D-811A-3C87A87C0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D294B3-9881-43E2-BEF3-5B2B8AF3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C2C77-19D3-4517-9D54-6F79DD5B4E9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67DFDB-27FC-4EEA-851D-FC08D068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998783-2FF9-4D17-BE57-3CF096B8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A0C5B-0A0E-4A34-B463-7ADA9428C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775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32983-0078-4DF6-86F9-C8BA96509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7B1B5B-0E6C-45A6-B5A9-B4A0D3BB4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C37CDE-7C78-4ABE-914D-2306EE78C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C2C77-19D3-4517-9D54-6F79DD5B4E9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8C764C-94C5-4977-8B42-6EED964B0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697BF0-CF90-4C8A-907B-3507FD25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A0C5B-0A0E-4A34-B463-7ADA9428C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567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2DABE2-AE5C-42B7-85A7-F5162B021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3FC4B1-D838-424A-BA6C-489D7EFEE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157DBC-ECF0-492B-A61B-FDC1DD292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C2C77-19D3-4517-9D54-6F79DD5B4E9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B0EF2C-47DD-4D0F-96E8-B38827F79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AAB791-91EC-499D-9AFA-68DBF77C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A0C5B-0A0E-4A34-B463-7ADA9428C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709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0E2EAB-7171-4515-BE47-625BD58F6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49B9C7-33FD-4074-B329-455177C44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D5464B-B029-4451-8C93-E31886AC89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C2C77-19D3-4517-9D54-6F79DD5B4E90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1C22D5-A77A-4635-8165-5EF312761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FF9C63-C75F-42E1-AD34-B39A31BC7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A0C5B-0A0E-4A34-B463-7ADA9428C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2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4C7524-48F6-41F6-B357-46D8C78F1A94}"/>
              </a:ext>
            </a:extLst>
          </p:cNvPr>
          <p:cNvSpPr/>
          <p:nvPr/>
        </p:nvSpPr>
        <p:spPr>
          <a:xfrm>
            <a:off x="430530" y="1082607"/>
            <a:ext cx="11628120" cy="1464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Arial" panose="020B0604020202020204" pitchFamily="34" charset="0"/>
              </a:rPr>
              <a:t>ZnSnO₃–ECOFLEX/LDH–PU BASED TRIBOELECTRIC NANOGENERATOR </a:t>
            </a:r>
          </a:p>
          <a:p>
            <a:pPr algn="ctr">
              <a:lnSpc>
                <a:spcPct val="200000"/>
              </a:lnSpc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Arial" panose="020B0604020202020204" pitchFamily="34" charset="0"/>
              </a:rPr>
              <a:t>FOR MOTION-ACTIVATED BATTERY-FREE SMART STREET LIGHTING</a:t>
            </a:r>
            <a:endParaRPr lang="en-US" sz="20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A6074B-91FD-4857-AF3A-DD27B893D035}"/>
              </a:ext>
            </a:extLst>
          </p:cNvPr>
          <p:cNvSpPr/>
          <p:nvPr/>
        </p:nvSpPr>
        <p:spPr>
          <a:xfrm>
            <a:off x="4968240" y="4028268"/>
            <a:ext cx="2552700" cy="725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Arial" panose="020B0604020202020204" pitchFamily="34" charset="0"/>
              </a:rPr>
              <a:t>COMSOL Files</a:t>
            </a:r>
            <a:endParaRPr lang="en-US" sz="20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88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1E9D5C4B-3084-4F03-ACF3-6DDE5CA74F2D}"/>
              </a:ext>
            </a:extLst>
          </p:cNvPr>
          <p:cNvGrpSpPr/>
          <p:nvPr/>
        </p:nvGrpSpPr>
        <p:grpSpPr>
          <a:xfrm>
            <a:off x="3606492" y="-1455566"/>
            <a:ext cx="4703400" cy="10766660"/>
            <a:chOff x="4593629" y="234602"/>
            <a:chExt cx="4703400" cy="1076666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9C4C15-FFA1-4EAA-AFEE-DBE7EB131D64}"/>
                </a:ext>
              </a:extLst>
            </p:cNvPr>
            <p:cNvSpPr txBox="1"/>
            <p:nvPr/>
          </p:nvSpPr>
          <p:spPr>
            <a:xfrm>
              <a:off x="5976660" y="234602"/>
              <a:ext cx="1931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EZ1 PL0_10</a:t>
              </a:r>
              <a:r>
                <a:rPr lang="ko-KR" altLang="en-US" b="1" dirty="0"/>
                <a:t> </a:t>
              </a:r>
              <a:r>
                <a:rPr lang="en-US" altLang="ko-KR" b="1" dirty="0"/>
                <a:t>mm</a:t>
              </a:r>
              <a:endParaRPr lang="ko-KR" altLang="en-US" b="1" dirty="0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844E328-6164-4B23-9DA2-C8F7E7671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93629" y="572958"/>
              <a:ext cx="4698000" cy="32616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696E05-B519-4F78-8CA2-1C1389CDBAC1}"/>
                </a:ext>
              </a:extLst>
            </p:cNvPr>
            <p:cNvSpPr txBox="1"/>
            <p:nvPr/>
          </p:nvSpPr>
          <p:spPr>
            <a:xfrm>
              <a:off x="4698329" y="7307943"/>
              <a:ext cx="4488601" cy="36933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Parameter</a:t>
              </a:r>
            </a:p>
            <a:p>
              <a:r>
                <a:rPr lang="en-US" altLang="ko-KR" dirty="0"/>
                <a:t>* EZ1 </a:t>
              </a:r>
            </a:p>
            <a:p>
              <a:r>
                <a:rPr lang="en-US" altLang="ko-KR" dirty="0"/>
                <a:t>- thickness: 0.25 mm</a:t>
              </a:r>
            </a:p>
            <a:p>
              <a:r>
                <a:rPr lang="en-US" altLang="ko-KR" dirty="0"/>
                <a:t>- Relative permittivity: 2.45</a:t>
              </a:r>
            </a:p>
            <a:p>
              <a:r>
                <a:rPr lang="en-US" altLang="ko-KR" dirty="0"/>
                <a:t>- Surface charge density: -5.68e-6 C/mn</a:t>
              </a:r>
              <a:r>
                <a:rPr lang="en-US" altLang="ko-KR" baseline="30000" dirty="0"/>
                <a:t>2</a:t>
              </a:r>
            </a:p>
            <a:p>
              <a:r>
                <a:rPr lang="en-US" altLang="ko-KR" dirty="0"/>
                <a:t>* PL0 </a:t>
              </a:r>
            </a:p>
            <a:p>
              <a:r>
                <a:rPr lang="en-US" altLang="ko-KR" dirty="0"/>
                <a:t>- thickness: 0.08mm</a:t>
              </a:r>
            </a:p>
            <a:p>
              <a:r>
                <a:rPr lang="en-US" altLang="ko-KR" dirty="0"/>
                <a:t>- Relative permittivity: 2.1</a:t>
              </a:r>
            </a:p>
            <a:p>
              <a:r>
                <a:rPr lang="en-US" altLang="ko-KR" dirty="0"/>
                <a:t>- Surface charge density: 5.68e-6 C/mn</a:t>
              </a:r>
              <a:r>
                <a:rPr lang="en-US" altLang="ko-KR" baseline="30000" dirty="0"/>
                <a:t>2</a:t>
              </a:r>
              <a:endParaRPr lang="en-US" altLang="ko-KR" dirty="0"/>
            </a:p>
            <a:p>
              <a:r>
                <a:rPr lang="en-US" altLang="ko-KR" dirty="0"/>
                <a:t>* Al</a:t>
              </a:r>
            </a:p>
            <a:p>
              <a:r>
                <a:rPr lang="en-US" altLang="ko-KR" dirty="0"/>
                <a:t>- Thickness: 0.01mm </a:t>
              </a:r>
            </a:p>
            <a:p>
              <a:endParaRPr lang="en-US" altLang="ko-KR" dirty="0"/>
            </a:p>
            <a:p>
              <a:endParaRPr lang="en-US" altLang="ko-KR" dirty="0"/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E95DA7F8-4B60-4030-88AC-5B97B1DD2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93629" y="3834479"/>
              <a:ext cx="4703400" cy="3261600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A38C38E-C43D-4498-9A09-3CCA6129F4C4}"/>
              </a:ext>
            </a:extLst>
          </p:cNvPr>
          <p:cNvGrpSpPr/>
          <p:nvPr/>
        </p:nvGrpSpPr>
        <p:grpSpPr>
          <a:xfrm>
            <a:off x="-987137" y="-1455566"/>
            <a:ext cx="4703400" cy="10766660"/>
            <a:chOff x="0" y="234602"/>
            <a:chExt cx="4703400" cy="1076666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14027FB-E427-4CBB-8D2F-DC9E91A62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572730"/>
              <a:ext cx="4698329" cy="326182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423445A-269B-4AFD-95B9-7AC687ECB4F8}"/>
                </a:ext>
              </a:extLst>
            </p:cNvPr>
            <p:cNvSpPr txBox="1"/>
            <p:nvPr/>
          </p:nvSpPr>
          <p:spPr>
            <a:xfrm>
              <a:off x="1383195" y="234602"/>
              <a:ext cx="1931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EZ1 PL5_10</a:t>
              </a:r>
              <a:r>
                <a:rPr lang="ko-KR" altLang="en-US" b="1" dirty="0"/>
                <a:t> </a:t>
              </a:r>
              <a:r>
                <a:rPr lang="en-US" altLang="ko-KR" b="1" dirty="0"/>
                <a:t>mm</a:t>
              </a:r>
              <a:endParaRPr lang="ko-KR" altLang="en-US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3F5647-26DE-4057-8938-349707C7ED4F}"/>
                </a:ext>
              </a:extLst>
            </p:cNvPr>
            <p:cNvSpPr txBox="1"/>
            <p:nvPr/>
          </p:nvSpPr>
          <p:spPr>
            <a:xfrm>
              <a:off x="104864" y="7307943"/>
              <a:ext cx="4488601" cy="36933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Parameter</a:t>
              </a:r>
            </a:p>
            <a:p>
              <a:r>
                <a:rPr lang="en-US" altLang="ko-KR" dirty="0"/>
                <a:t>* EZ1 </a:t>
              </a:r>
            </a:p>
            <a:p>
              <a:r>
                <a:rPr lang="en-US" altLang="ko-KR" dirty="0"/>
                <a:t>- thickness: 0.25 mm</a:t>
              </a:r>
            </a:p>
            <a:p>
              <a:r>
                <a:rPr lang="en-US" altLang="ko-KR" dirty="0"/>
                <a:t>- Relative permittivity: 2.45</a:t>
              </a:r>
            </a:p>
            <a:p>
              <a:r>
                <a:rPr lang="en-US" altLang="ko-KR" dirty="0"/>
                <a:t>- Surface charge density: -7.54e-6 C/mn</a:t>
              </a:r>
              <a:r>
                <a:rPr lang="en-US" altLang="ko-KR" baseline="30000" dirty="0"/>
                <a:t>2</a:t>
              </a:r>
            </a:p>
            <a:p>
              <a:r>
                <a:rPr lang="en-US" altLang="ko-KR" dirty="0"/>
                <a:t>* PL5 </a:t>
              </a:r>
            </a:p>
            <a:p>
              <a:r>
                <a:rPr lang="en-US" altLang="ko-KR" dirty="0"/>
                <a:t>- thickness: 0.08mm</a:t>
              </a:r>
            </a:p>
            <a:p>
              <a:r>
                <a:rPr lang="en-US" altLang="ko-KR" dirty="0"/>
                <a:t>- Relative permittivity: 2.4</a:t>
              </a:r>
            </a:p>
            <a:p>
              <a:r>
                <a:rPr lang="en-US" altLang="ko-KR" dirty="0"/>
                <a:t>- Surface charge density: 7.54e-6 C/mn</a:t>
              </a:r>
              <a:r>
                <a:rPr lang="en-US" altLang="ko-KR" baseline="30000" dirty="0"/>
                <a:t>2</a:t>
              </a:r>
              <a:endParaRPr lang="en-US" altLang="ko-KR" dirty="0"/>
            </a:p>
            <a:p>
              <a:r>
                <a:rPr lang="en-US" altLang="ko-KR" dirty="0"/>
                <a:t>* Al</a:t>
              </a:r>
            </a:p>
            <a:p>
              <a:r>
                <a:rPr lang="en-US" altLang="ko-KR" dirty="0"/>
                <a:t>- Thickness: 0.01mm </a:t>
              </a:r>
            </a:p>
            <a:p>
              <a:endParaRPr lang="en-US" altLang="ko-KR" dirty="0"/>
            </a:p>
            <a:p>
              <a:endParaRPr lang="en-US" altLang="ko-KR" dirty="0"/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D45E306F-C820-4058-8C2C-F5C26DF1D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3834479"/>
              <a:ext cx="4703400" cy="3261600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626D89A-9C6F-4EF4-A306-E9727DD0B942}"/>
              </a:ext>
            </a:extLst>
          </p:cNvPr>
          <p:cNvGrpSpPr/>
          <p:nvPr/>
        </p:nvGrpSpPr>
        <p:grpSpPr>
          <a:xfrm>
            <a:off x="8419004" y="-1455566"/>
            <a:ext cx="4703400" cy="10766660"/>
            <a:chOff x="9406141" y="234602"/>
            <a:chExt cx="4703400" cy="1076666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B2BB078-973F-48FE-ABDA-DD3D68532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06141" y="572958"/>
              <a:ext cx="4698000" cy="32616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672053-00FD-4B08-9215-F0EE5BBFC35E}"/>
                </a:ext>
              </a:extLst>
            </p:cNvPr>
            <p:cNvSpPr txBox="1"/>
            <p:nvPr/>
          </p:nvSpPr>
          <p:spPr>
            <a:xfrm>
              <a:off x="10789172" y="234602"/>
              <a:ext cx="1931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EZ0 PL0_10</a:t>
              </a:r>
              <a:r>
                <a:rPr lang="ko-KR" altLang="en-US" b="1" dirty="0"/>
                <a:t> </a:t>
              </a:r>
              <a:r>
                <a:rPr lang="en-US" altLang="ko-KR" b="1" dirty="0"/>
                <a:t>mm</a:t>
              </a:r>
              <a:endParaRPr lang="ko-KR" alt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98DDDF-060A-4955-AD1E-2D4925F79500}"/>
                </a:ext>
              </a:extLst>
            </p:cNvPr>
            <p:cNvSpPr txBox="1"/>
            <p:nvPr/>
          </p:nvSpPr>
          <p:spPr>
            <a:xfrm>
              <a:off x="9663126" y="7307943"/>
              <a:ext cx="4184031" cy="36933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Parameter</a:t>
              </a:r>
            </a:p>
            <a:p>
              <a:r>
                <a:rPr lang="en-US" altLang="ko-KR" dirty="0"/>
                <a:t>* EZ0</a:t>
              </a:r>
            </a:p>
            <a:p>
              <a:r>
                <a:rPr lang="en-US" altLang="ko-KR" dirty="0"/>
                <a:t>- thickness: 0.25 mm</a:t>
              </a:r>
            </a:p>
            <a:p>
              <a:r>
                <a:rPr lang="en-US" altLang="ko-KR" dirty="0"/>
                <a:t>- Relative permittivity: 1.75</a:t>
              </a:r>
            </a:p>
            <a:p>
              <a:r>
                <a:rPr lang="en-US" altLang="ko-KR" dirty="0"/>
                <a:t>- Surface charge density: -1e-6 C/mn</a:t>
              </a:r>
              <a:r>
                <a:rPr lang="en-US" altLang="ko-KR" baseline="30000" dirty="0"/>
                <a:t>2</a:t>
              </a:r>
            </a:p>
            <a:p>
              <a:r>
                <a:rPr lang="en-US" altLang="ko-KR" dirty="0"/>
                <a:t>* PL0 </a:t>
              </a:r>
            </a:p>
            <a:p>
              <a:r>
                <a:rPr lang="en-US" altLang="ko-KR" dirty="0"/>
                <a:t>- thickness: 0.08mm</a:t>
              </a:r>
            </a:p>
            <a:p>
              <a:r>
                <a:rPr lang="en-US" altLang="ko-KR" dirty="0"/>
                <a:t>- Relative permittivity: 2.1</a:t>
              </a:r>
            </a:p>
            <a:p>
              <a:r>
                <a:rPr lang="en-US" altLang="ko-KR" dirty="0"/>
                <a:t>- Surface charge density: 1e-6 C/mn</a:t>
              </a:r>
              <a:r>
                <a:rPr lang="en-US" altLang="ko-KR" baseline="30000" dirty="0"/>
                <a:t>2</a:t>
              </a:r>
              <a:endParaRPr lang="en-US" altLang="ko-KR" dirty="0"/>
            </a:p>
            <a:p>
              <a:r>
                <a:rPr lang="en-US" altLang="ko-KR" dirty="0"/>
                <a:t>* Al</a:t>
              </a:r>
            </a:p>
            <a:p>
              <a:r>
                <a:rPr lang="en-US" altLang="ko-KR" dirty="0"/>
                <a:t>- Thickness: 0.01mm </a:t>
              </a:r>
            </a:p>
            <a:p>
              <a:endParaRPr lang="en-US" altLang="ko-KR" dirty="0"/>
            </a:p>
            <a:p>
              <a:endParaRPr lang="en-US" altLang="ko-KR" dirty="0"/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1C611560-6DC3-4DC7-BB19-0B7134D11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06141" y="3834479"/>
              <a:ext cx="4703400" cy="326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934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BAB0C028-F425-4116-8F42-3C2B69C8E2CB}"/>
              </a:ext>
            </a:extLst>
          </p:cNvPr>
          <p:cNvGrpSpPr/>
          <p:nvPr/>
        </p:nvGrpSpPr>
        <p:grpSpPr>
          <a:xfrm>
            <a:off x="-1388316" y="0"/>
            <a:ext cx="4703400" cy="6795574"/>
            <a:chOff x="4608045" y="-82024"/>
            <a:chExt cx="4703400" cy="679557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6F964B8-0787-4D9A-B87F-16CD3A39F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10745" y="248716"/>
              <a:ext cx="4698000" cy="3261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E20121-16FF-4ED2-8F78-79A06F9D6EC7}"/>
                </a:ext>
              </a:extLst>
            </p:cNvPr>
            <p:cNvSpPr txBox="1"/>
            <p:nvPr/>
          </p:nvSpPr>
          <p:spPr>
            <a:xfrm>
              <a:off x="6060300" y="-82024"/>
              <a:ext cx="17988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EZ1 PL5_7</a:t>
              </a:r>
              <a:r>
                <a:rPr lang="ko-KR" altLang="en-US" b="1" dirty="0"/>
                <a:t> </a:t>
              </a:r>
              <a:r>
                <a:rPr lang="en-US" altLang="ko-KR" b="1" dirty="0"/>
                <a:t>mm</a:t>
              </a:r>
              <a:endParaRPr lang="ko-KR" altLang="en-US" b="1" dirty="0"/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A68E08CF-12DC-4EFC-B04D-9429381DE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08045" y="3451950"/>
              <a:ext cx="4703400" cy="3261600"/>
            </a:xfrm>
            <a:prstGeom prst="rect">
              <a:avLst/>
            </a:prstGeom>
          </p:spPr>
        </p:pic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8C02A4F-21F8-495F-908A-02DD16B07E44}"/>
              </a:ext>
            </a:extLst>
          </p:cNvPr>
          <p:cNvGrpSpPr/>
          <p:nvPr/>
        </p:nvGrpSpPr>
        <p:grpSpPr>
          <a:xfrm>
            <a:off x="-5933367" y="0"/>
            <a:ext cx="4703400" cy="6795574"/>
            <a:chOff x="67383" y="-82024"/>
            <a:chExt cx="4703400" cy="679557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F7F3C88-FB9B-423D-97A9-476CD0412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19" y="248716"/>
              <a:ext cx="4698329" cy="326182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722DB2C-E467-4C47-B060-48D4BB465D7C}"/>
                </a:ext>
              </a:extLst>
            </p:cNvPr>
            <p:cNvSpPr txBox="1"/>
            <p:nvPr/>
          </p:nvSpPr>
          <p:spPr>
            <a:xfrm>
              <a:off x="1453114" y="-82024"/>
              <a:ext cx="1931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EZ1 PL5_10</a:t>
              </a:r>
              <a:r>
                <a:rPr lang="ko-KR" altLang="en-US" b="1" dirty="0"/>
                <a:t> </a:t>
              </a:r>
              <a:r>
                <a:rPr lang="en-US" altLang="ko-KR" b="1" dirty="0"/>
                <a:t>mm</a:t>
              </a:r>
              <a:endParaRPr lang="ko-KR" altLang="en-US" b="1" dirty="0"/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8E909194-3F6A-49B6-8715-08077E8B4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383" y="3451950"/>
              <a:ext cx="4703400" cy="3261600"/>
            </a:xfrm>
            <a:prstGeom prst="rect">
              <a:avLst/>
            </a:prstGeom>
          </p:spPr>
        </p:pic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9BA9618-804F-4E17-8A0F-0A366605DAF9}"/>
              </a:ext>
            </a:extLst>
          </p:cNvPr>
          <p:cNvGrpSpPr/>
          <p:nvPr/>
        </p:nvGrpSpPr>
        <p:grpSpPr>
          <a:xfrm>
            <a:off x="3156735" y="0"/>
            <a:ext cx="4708592" cy="6799174"/>
            <a:chOff x="8887617" y="-82024"/>
            <a:chExt cx="4708592" cy="679917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269AB66-FACE-4A54-AE53-107C5D90C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92913" y="248716"/>
              <a:ext cx="4698000" cy="32616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758B4AF-3B0C-455A-8A95-749B28E29CE5}"/>
                </a:ext>
              </a:extLst>
            </p:cNvPr>
            <p:cNvSpPr txBox="1"/>
            <p:nvPr/>
          </p:nvSpPr>
          <p:spPr>
            <a:xfrm>
              <a:off x="10342468" y="-82024"/>
              <a:ext cx="17988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EZ1 PL5_5</a:t>
              </a:r>
              <a:r>
                <a:rPr lang="ko-KR" altLang="en-US" b="1" dirty="0"/>
                <a:t> </a:t>
              </a:r>
              <a:r>
                <a:rPr lang="en-US" altLang="ko-KR" b="1" dirty="0"/>
                <a:t>mm</a:t>
              </a:r>
              <a:endParaRPr lang="ko-KR" altLang="en-US" b="1" dirty="0"/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403FBF38-0AFD-433C-ABCA-04C9E38A3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87617" y="3451950"/>
              <a:ext cx="4708592" cy="326520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D5BE373-C751-4BAA-A16C-117A54DE2DEC}"/>
              </a:ext>
            </a:extLst>
          </p:cNvPr>
          <p:cNvGrpSpPr/>
          <p:nvPr/>
        </p:nvGrpSpPr>
        <p:grpSpPr>
          <a:xfrm>
            <a:off x="12252028" y="0"/>
            <a:ext cx="4703400" cy="6795574"/>
            <a:chOff x="18252778" y="-82024"/>
            <a:chExt cx="4703400" cy="6795574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08EBDE3-4816-4F90-B8D4-0459107B0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255478" y="248716"/>
              <a:ext cx="4698000" cy="3261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0B5454-C3DA-4783-BBC2-1FFBB83B73A1}"/>
                </a:ext>
              </a:extLst>
            </p:cNvPr>
            <p:cNvSpPr txBox="1"/>
            <p:nvPr/>
          </p:nvSpPr>
          <p:spPr>
            <a:xfrm>
              <a:off x="19475002" y="-82024"/>
              <a:ext cx="2258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EZ1 PL5_0.001</a:t>
              </a:r>
              <a:r>
                <a:rPr lang="ko-KR" altLang="en-US" b="1" dirty="0"/>
                <a:t> </a:t>
              </a:r>
              <a:r>
                <a:rPr lang="en-US" altLang="ko-KR" b="1" dirty="0"/>
                <a:t>mm</a:t>
              </a:r>
              <a:endParaRPr lang="ko-KR" altLang="en-US" b="1" dirty="0"/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8EC0E20A-A1D8-435D-8B8B-285D4D6CD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252778" y="3451950"/>
              <a:ext cx="4703400" cy="3261600"/>
            </a:xfrm>
            <a:prstGeom prst="rect">
              <a:avLst/>
            </a:prstGeom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6F10A6F-66D8-4A81-9908-31538F4EDF26}"/>
              </a:ext>
            </a:extLst>
          </p:cNvPr>
          <p:cNvGrpSpPr/>
          <p:nvPr/>
        </p:nvGrpSpPr>
        <p:grpSpPr>
          <a:xfrm>
            <a:off x="7706978" y="0"/>
            <a:ext cx="4703400" cy="6795574"/>
            <a:chOff x="13724132" y="-82024"/>
            <a:chExt cx="4703400" cy="6795574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39C50A9-2283-4BA6-92D4-6094F64C8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726832" y="248716"/>
              <a:ext cx="4698000" cy="32616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74892A-9C74-446D-A730-11A6F671CCDB}"/>
                </a:ext>
              </a:extLst>
            </p:cNvPr>
            <p:cNvSpPr txBox="1"/>
            <p:nvPr/>
          </p:nvSpPr>
          <p:spPr>
            <a:xfrm>
              <a:off x="15176387" y="-82024"/>
              <a:ext cx="17988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EZ1 PL5_3</a:t>
              </a:r>
              <a:r>
                <a:rPr lang="ko-KR" altLang="en-US" b="1" dirty="0"/>
                <a:t> </a:t>
              </a:r>
              <a:r>
                <a:rPr lang="en-US" altLang="ko-KR" b="1" dirty="0"/>
                <a:t>mm</a:t>
              </a:r>
              <a:endParaRPr lang="ko-KR" altLang="en-US" b="1" dirty="0"/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BC38DFDE-7A67-47FB-BC58-579B048B6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724132" y="3451950"/>
              <a:ext cx="4703400" cy="326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778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2211</TotalTime>
  <Words>190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Malgun Gothic</vt:lpstr>
      <vt:lpstr>Malgun Gothic</vt:lpstr>
      <vt:lpstr>Arial</vt:lpstr>
      <vt:lpstr>Calibri</vt:lpstr>
      <vt:lpstr>Times New Roman</vt:lpstr>
      <vt:lpstr>Office 테마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Dadam203A</dc:creator>
  <cp:lastModifiedBy>Guna</cp:lastModifiedBy>
  <cp:revision>15</cp:revision>
  <dcterms:created xsi:type="dcterms:W3CDTF">2025-11-06T10:25:11Z</dcterms:created>
  <dcterms:modified xsi:type="dcterms:W3CDTF">2025-12-15T06:23:47Z</dcterms:modified>
</cp:coreProperties>
</file>